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IAgentics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Inteligência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Baseada em GenAI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Estratégica para Tomada de Decisão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de Inovação — Proposta Técnica e Comercial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2025  | 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9692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Complexidade &amp; Riscos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complexidade técnica em 5 domínios. 3 riscos críticos identificados.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470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(DPR) &amp; Arquitetura (ADR)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07568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ADRs aprovados. Stack definida: Qdrant, LlamaIndex, Azure, Claude.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6426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7121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papéis essenciais. Mix sênior/pleno como estratégia ótima.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355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Prazo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66674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cenários de senioridade. Recomendação: 9 meses (mix).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233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1513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&amp; Precificação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46227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cliente: R$ 2,35M. Margem IAgentics: ~37%. Payback: 24 meses.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Complexidade,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e Pontos de Atenção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técnico e operacional da plataforma proposta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por Módulo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Ingestão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24128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1024128"/>
            <a:ext cx="35204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1005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282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Semântico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792224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792224"/>
            <a:ext cx="45262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7739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496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560320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560320"/>
            <a:ext cx="4626864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25420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264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Ingestion (Batch)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328416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3328416"/>
            <a:ext cx="3419856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3101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0325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APIs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4096512"/>
            <a:ext cx="50292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4096512"/>
            <a:ext cx="276606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0782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Média-Alta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geral do projeto: ALTA  |  Recomenda-se time com experiência prévia em RAG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Riscos — Top 6 Críticos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0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 rot="16200000">
            <a:off x="457200" y="1280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Alucinações RAG em produção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RAGAS + guardrails + human-in-the-loop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640080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13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 rot="16200000">
            <a:off x="457200" y="26334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" y="23591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de dados entre tenants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770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RLS + namespace isolado + pentest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21024"/>
            <a:ext cx="640080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667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 rot="16200000">
            <a:off x="457200" y="398678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0" y="37124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Não-conformidade LGPD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1239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DPO from kick-off + privacy by design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64008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960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754880" y="1280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40680" y="1005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API LLM acima do previsto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1417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Monitoramento de tokens + caching + fallback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267712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267712"/>
            <a:ext cx="64008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313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 rot="16200000">
            <a:off x="4754880" y="26334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40680" y="23591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excessiva no pipeline RAG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2770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Cache + async + chunking otimizado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621024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621024"/>
            <a:ext cx="64008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6667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 rot="16200000">
            <a:off x="4754880" y="398678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40680" y="37124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de requisitos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41239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Contrato detalhado + change control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Pontos de Atenção Críticos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3327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326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&amp; Privacidade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5272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obrigatório. Dados pessoais exigem mapeamento (ROPA) e consentimento antes de ingestão.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8196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Qualidade RAG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391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RAGAS ou equivalente, não existe visibilidade sobre qualidade das respostas em produção.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6060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5054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Custos 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82549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são custo variável crítico. Monitoramento, alertas e otimização devem estar no design desde o início.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2783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3924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 do Cliente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6118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= garbage out. Discovery obrigatório antes de contratar para avaliar maturidade dos dados.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1421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1788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4078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Chunking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39826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de documentos impacta diretamente a precisão do RAG. Requer experimentação com dados reais.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DPR &amp; ADR do Projeto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produto e decisões de arquitetura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Tecnológica Definida (ADRs)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137160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418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20240" y="94183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93392" y="1014984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(Next.js)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94183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6552" y="1014984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(FastAPI)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94183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39712" y="1014984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(React)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73352"/>
            <a:ext cx="1371600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7465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1746504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93392" y="1819656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(core)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746504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16552" y="1819656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(provider abstraction)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746504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9712" y="1819656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(primary LLM)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78024"/>
            <a:ext cx="137160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511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2551176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93392" y="262432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(principal)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2551176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16552" y="262432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(volume &lt; 500k)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551176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39712" y="262432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híbrida BM25+vetorial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282696"/>
            <a:ext cx="1371600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35584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&amp; PIPELINES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20240" y="3355848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93392" y="342900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(orquestrador)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3355848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16552" y="342900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Unstructured.io (parsing)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355848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39712" y="342900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 (fila)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087368"/>
            <a:ext cx="1371600" cy="7132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16052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INFRA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416052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993392" y="423367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 (Kubernetes)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416052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416552" y="423367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PostgreSQL + Redis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416052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39712" y="423367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Arquitetura Chave (ADRs)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como framework RAG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documentos, pipeline mais limpo que LangChain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05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como banco vetorial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filtragem rica, sem vendor lock-in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59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+ Claude Sonnet (primário)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de provider, parceria Anthropic, custo-benefício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67712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59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6334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 para deploy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044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parceria Microsoft, escala horizontal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124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9867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via namespace + RLS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398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seguro sem overhead de instâncias separadas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21024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124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9867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para avaliação de qualidade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4398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objetivas: faithfulness, relevance, recall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 — Prioridades (DPR)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164592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33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5270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RFs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48840" y="960120"/>
            <a:ext cx="6629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23444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multiformato, RAG core, API REST, Chatbot, Auth/LGPD, Multi-tenant, Citação de fontes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64592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3134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RFs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48840" y="2240280"/>
            <a:ext cx="6629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251460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híbrida, Reranking, Web ingestion agendado, Exploração analítica, Múltiplos LLMs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164592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5935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873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RFs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148840" y="3520440"/>
            <a:ext cx="6629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379476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relatórios, Categorização automática, Fine-tuning, Analytics avançado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Principal: RAGAS Faithfulness ≥ 0.80  |  Latência P95 ≤ 8s  |  Uptime ≥ 99.5%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Humanos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Necessários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Papéis, skills e estrutura de time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Papéis Essenciais do Projeto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22960"/>
            <a:ext cx="288036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20624" y="8229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822960"/>
            <a:ext cx="96012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3346704" y="822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Criticidade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822960"/>
            <a:ext cx="379476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352544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Skill-chave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822960"/>
            <a:ext cx="68580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193024" y="8229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2893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/ Arquiteto 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46704" y="12893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52544" y="12893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production, LLMs, Cloud 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93024" y="12893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728216"/>
            <a:ext cx="841248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7830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Dados Senior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46704" y="1783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52544" y="1783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Airflow/Prefect, Unstructured, web scraping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93024" y="17830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21992"/>
            <a:ext cx="8412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2768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ML/IA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46704" y="2276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52544" y="2276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LlamaIndex, embeddings, RAGAS, prompting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93024" y="227685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715768"/>
            <a:ext cx="841248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7706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Backend Senior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46704" y="27706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52544" y="2770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PostgreSQL, OAuth2, Redis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93024" y="277063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209544"/>
            <a:ext cx="8412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2644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Frontend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46704" y="32644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Média-Alta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52544" y="3264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TypeScript, streaming UI, Recharts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93024" y="32644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7581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Infra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46704" y="37581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52544" y="3758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AKS, Terraform, Grafana, GitHub Actions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93024" y="375818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197096"/>
            <a:ext cx="84124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" y="42519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46704" y="4251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52544" y="4251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User Stories, stakeholder management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93024" y="42519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Estimativa de Prazo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Cenário de Senioridade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cenários comparativos com buffer de risco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de Cenários — Prazo e Risco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92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Júnior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meses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45720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143000"/>
            <a:ext cx="4572000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1704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sem.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1704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Muito Alto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9751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Pleno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meses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2148840"/>
            <a:ext cx="45720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148840"/>
            <a:ext cx="3092824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4555864" y="2176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sem.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21762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Médio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9809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Sênior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meses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3154680"/>
            <a:ext cx="45720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154680"/>
            <a:ext cx="2017059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480099" y="3182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31821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Baixo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9867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(REC.)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4160520"/>
            <a:ext cx="45720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4160520"/>
            <a:ext cx="2487706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3950746" y="4187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sem.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41879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Médio-Baixo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074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Time Mix — 9 meses  |  Melhor equilíbrio entre custo, prazo e qualidade técnica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— Cenário Mix (9 meses)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98144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00480" y="868680"/>
            <a:ext cx="898144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31876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35200" y="868680"/>
            <a:ext cx="898144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25348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69920" y="868680"/>
            <a:ext cx="898144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318820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04640" y="868680"/>
            <a:ext cx="898144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12292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39360" y="868680"/>
            <a:ext cx="898144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505764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74080" y="868680"/>
            <a:ext cx="898144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9236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08800" y="868680"/>
            <a:ext cx="898144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92708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43520" y="868680"/>
            <a:ext cx="898144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861808" y="868680"/>
            <a:ext cx="86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1261872"/>
            <a:ext cx="412496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1298448"/>
            <a:ext cx="35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Discovery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33120" y="1700784"/>
            <a:ext cx="1347216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69696" y="1737360"/>
            <a:ext cx="129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Dados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67840" y="2139696"/>
            <a:ext cx="1814576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1804416" y="2176272"/>
            <a:ext cx="1759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Motor RAG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35200" y="2578608"/>
            <a:ext cx="6461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271776" y="2615184"/>
            <a:ext cx="591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Web Ingestion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35200" y="3017520"/>
            <a:ext cx="1814576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271776" y="3054096"/>
            <a:ext cx="1759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Interfaces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7280" y="3456432"/>
            <a:ext cx="1347216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3673856" y="3493008"/>
            <a:ext cx="129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Analítica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39360" y="3895344"/>
            <a:ext cx="1814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075936" y="3931920"/>
            <a:ext cx="1759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Hardening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76160" y="4334256"/>
            <a:ext cx="1347216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7412736" y="4370832"/>
            <a:ext cx="1292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Go-Live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49552" y="1261872"/>
            <a:ext cx="36576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1310640" y="4572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PoC RAG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53712" y="1261872"/>
            <a:ext cx="36576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0" y="4572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Beta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25232" y="1261872"/>
            <a:ext cx="36576" cy="3200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7386320" y="4572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Go-Live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365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109728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e Precificação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286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por cenário e análise de retorno para o cliente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Projeto e Preço ao Cliente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22960"/>
            <a:ext cx="106070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63040" y="822960"/>
            <a:ext cx="115214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822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822960"/>
            <a:ext cx="170078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IAgentics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822960"/>
            <a:ext cx="170078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ao Cliente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87782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822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40880" y="822960"/>
            <a:ext cx="170078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261872"/>
            <a:ext cx="841248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4264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17904" y="14264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meses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06624" y="14264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R$ 1.178.950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3984" y="14264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R$ 1.827.370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81344" y="14264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95744" y="14264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011680"/>
            <a:ext cx="8412480" cy="6766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1762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17904" y="21762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meses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06624" y="2176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R$ 1.171.850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43984" y="2176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R$ 1.851.520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81344" y="21762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95744" y="2176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761488"/>
            <a:ext cx="841248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Sênior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17904" y="2926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meses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06624" y="2926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R$ 1.551.750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43984" y="2926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R$ 2.482.800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81344" y="29260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95744" y="2926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511296"/>
            <a:ext cx="8412480" cy="676656"/>
          </a:xfrm>
          <a:prstGeom prst="rect">
            <a:avLst/>
          </a:prstGeom>
          <a:solidFill>
            <a:srgbClr val="EEF2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20624" y="36758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17904" y="36758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meses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06624" y="3675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R$ 1.472.390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43984" y="3675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R$ 2.355.820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81344" y="36758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95744" y="36758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Médio-Baixo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do Investimento — Cenário Mix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201168" cy="2926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14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Sênior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0" y="978408"/>
            <a:ext cx="3200400" cy="182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9144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R$ 362.600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426464"/>
            <a:ext cx="201168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4264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Dados Sênior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0" y="1490472"/>
            <a:ext cx="2215662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4264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R$ 259.000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20116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938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ML/IA Sênior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0" y="2002536"/>
            <a:ext cx="2461846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9385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R$ 284.900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201168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505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Backend Pleno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2514600"/>
            <a:ext cx="1230923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450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R$ 142.450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62656"/>
            <a:ext cx="201168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962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Frontend Pleno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3026664"/>
            <a:ext cx="1107831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29626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R$ 129.500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201168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74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Pleno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0" y="3538728"/>
            <a:ext cx="861646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3474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R$ 99.660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986784"/>
            <a:ext cx="201168" cy="2926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9867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Pleno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40480" y="4050792"/>
            <a:ext cx="984738" cy="1828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3986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R$ 108.780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498848"/>
            <a:ext cx="201168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4988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+ APIs + Lic.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0" y="4562856"/>
            <a:ext cx="73855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0" y="4498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R$ 85.500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27448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IAgentics: R$ 1.472.390   |   PREÇO AO CLIENTE: R$ 2.355.820   |   MARGEM: ~37%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para o Cliente e Análise de Payback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974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R$ 125.600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mensal estimado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(conservador)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69748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515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 meses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estimado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(cenário conservador)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868680"/>
            <a:ext cx="26974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515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 meses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estimado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(cenário otimista)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Quantificáveis: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95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tempo de pesquisa (30 analistas × 2h/dia)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0" y="28895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R$ 105.600/mês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8412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8328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erros por informação desatualizada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40880" y="338328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R$ 20.000–50.000/mês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22192"/>
            <a:ext cx="841248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770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Aceleração de tomada de decisão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0" y="387705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qualificar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315968"/>
            <a:ext cx="8412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7083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 da plataforma em outros departamentos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0" y="437083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Custos de Operação Mensal (Pós Go-Live)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 (3 nodes)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658368" cy="2011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005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R$ 3.500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72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+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18488"/>
            <a:ext cx="438912" cy="2011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5727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R$ 2.500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1396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185416"/>
            <a:ext cx="219456" cy="2011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1396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066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52344"/>
            <a:ext cx="109728" cy="2011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27066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+ CDN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319272"/>
            <a:ext cx="274320" cy="2011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32735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R$ 1.600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LLM (5k consultas/dia)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886200"/>
            <a:ext cx="2743200" cy="2011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R$ 8.000–20.000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4074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Busca Web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453128"/>
            <a:ext cx="274320" cy="2011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4074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73168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Custo de LLM é altamente variável. Monitoramento de tokens e estratégia de caching são críticos para controle de custo.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&amp; Próximos Passos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Cenário Mix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+ Dados + ML Senior; Backend + Frontend + DevOps Pleno. Melhor custo-benefício.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756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com Discovery Técnico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597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qualidade dos dados do cliente antes de contratar. Crítico para estimar escopo real.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98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DPO e estratégia LGPD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4838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Envolver o DPO do cliente desde o kick-off. LGPD é risco crítico e não pode ser deixada para depois.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515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1033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Proposta Comercial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4356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Cenário Mix como base. Preço fixo: R$ 2.355.820 em 9 meses, com milestone payments.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984248"/>
            <a:ext cx="42062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0756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Rápido em 30 dias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4597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RAG com amostra de dados do cliente antes do contrato full. Reduz risco para ambas as partes.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IAgentics — iagentics.com.br  |  Confidencial — Junho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IAgentics — GenAI Intelligence Platform</dc:title>
  <dc:subject>PptxGenJS Presentation</dc:subject>
  <dc:creator>PptxGenJS</dc:creator>
  <cp:lastModifiedBy>PptxGenJS</cp:lastModifiedBy>
  <cp:revision>1</cp:revision>
  <dcterms:created xsi:type="dcterms:W3CDTF">2026-06-15T15:39:46Z</dcterms:created>
  <dcterms:modified xsi:type="dcterms:W3CDTF">2026-06-15T15:39:46Z</dcterms:modified>
</cp:coreProperties>
</file>